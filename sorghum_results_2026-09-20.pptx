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0171C"/>
                </a:solidFill>
                <a:latin typeface="Calibri"/>
              </a:rPr>
              <a:t>EmbodiedMAE for Sorghum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3D4C55"/>
                </a:solidFill>
                <a:latin typeface="Calibri"/>
              </a:rPr>
              <a:t>Cross-modal generation, modality value-add, and scaling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C86"/>
                </a:solidFill>
                <a:latin typeface="Consolas"/>
              </a:rPr>
              <a:t>Sorghum_15K validation split · held-out plants · 20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C6F7D"/>
                </a:solidFill>
                <a:latin typeface="Consolas"/>
              </a:rPr>
              <a:t>0.3439 → 0.2781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cross-modal generation after distillation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206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C6F7D"/>
                </a:solidFill>
                <a:latin typeface="Consolas"/>
              </a:rPr>
              <a:t>−65.5%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4846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PC chamfer from adding RGB + 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4206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9A5A16"/>
                </a:solidFill>
                <a:latin typeface="Consolas"/>
              </a:rPr>
              <a:t>≈3%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84632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run-to-run noise floor, measured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01168"/>
            <a:ext cx="7543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0171C"/>
                </a:solidFill>
                <a:latin typeface="Calibri"/>
              </a:rPr>
              <a:t>Results at equal compute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3657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every arm = 197,400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33945"/>
            <a:ext cx="11338560" cy="3350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1663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RGB buys −49.4% and depth a further 16 points — but adding the parametric stream gives back everything depth gained.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10,000 and 10,500 plants differ by 5% in data, yet the larger arm scores 3.0% worse: those two runs are effectively a duplicate, so ≈3% is this pipeline's noise floor. That makes 3k→10k (−6.9%) only ~2.3× noise, while 25M→114M parameters buys −17.1%. At this budget, capacity pays better than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01168"/>
            <a:ext cx="7543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0171C"/>
                </a:solidFill>
                <a:latin typeface="Calibri"/>
              </a:rPr>
              <a:t>Which points the model can and cannot 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3657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ground truth, coloured by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91640"/>
            <a:ext cx="77724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58200" y="132588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4A35C"/>
                </a:solidFill>
                <a:latin typeface="Calibri"/>
              </a:rPr>
              <a:t>Green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a prediction lands within 0.03 of this ground-truth point.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E0493C"/>
                </a:solidFill>
                <a:latin typeface="Calibri"/>
              </a:rPr>
              <a:t>Red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nothing does — geometry the reconstruction never reached.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3D4C55"/>
                </a:solidFill>
                <a:latin typeface="Calibri"/>
              </a:rPr>
              <a:t>Distillation closes the interior of the plant first. Thin leaf tips stay red longest in both models — they are the hardest geometry in the dataset.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Threshold 0.03, not the 0.01 training default: at 0.01 about 80% of every cloud is red in both models, which is true but shows nothing. Chamfer reports a SQUARED distance, so 0.0028 is an RMS error near 0.053.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01168"/>
            <a:ext cx="7543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0171C"/>
                </a:solidFill>
                <a:latin typeface="Calibri"/>
              </a:rPr>
              <a:t>Ten cameras, one plant — only the input image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3657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generated from RGB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55" y="1170432"/>
            <a:ext cx="6643970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325880"/>
            <a:ext cx="34747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The view index is an exact elevation ladder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−0.9 + 0.2·index, from the camera matrix. All ten views share one point cloud and one parameter vector, so the answer never moves.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71C"/>
                </a:solidFill>
                <a:latin typeface="Calibri"/>
              </a:rPr>
              <a:t>Chamfer traces a U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best side-on, worst looking steeply up or down — in both models.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alibri"/>
              </a:rPr>
              <a:t>Distillation improves 9 of 10 views, mean −28.5%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…but best/worst spread widens 2.35× → 2.49×. It lowers the curve without flattening it, so it is not the lever for view robustness.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Clouds are drawn in the camera's own frame, so each sits in the same pose as the photograph beside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C6F7D"/>
                </a:solidFill>
                <a:latin typeface="Consola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201168"/>
            <a:ext cx="75438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0171C"/>
                </a:solidFill>
                <a:latin typeface="Calibri"/>
              </a:rPr>
              <a:t>What the parameter head recovers, and 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365760"/>
            <a:ext cx="2697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7C86"/>
                </a:solidFill>
                <a:latin typeface="Consolas"/>
              </a:rPr>
              <a:t>142 leaf tokens · 8 plants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155680" cy="27940"/>
          </a:xfrm>
          <a:prstGeom prst="rect">
            <a:avLst/>
          </a:prstGeom>
          <a:solidFill>
            <a:srgbClr val="10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171C"/>
                </a:solidFill>
                <a:latin typeface="Calibri"/>
              </a:rPr>
              <a:t>Skill per leaf field   (1 − MAE ÷ error of always predicting the mean)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72768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371600"/>
                <a:gridCol w="1371600"/>
              </a:tblGrid>
              <a:tr h="331470">
                <a:tc>
                  <a:txBody>
                    <a:bodyPr/>
                    <a:lstStyle/>
                    <a:p>
                      <a:r>
                        <a:rPr sz="1100" b="1"/>
                        <a:t>leaf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from 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from RGB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starting_point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+0.90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branching_angle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+0.85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+0.66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0171C"/>
                          </a:solidFill>
                        </a:rPr>
                        <a:t>roll_angle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C6F7D"/>
                          </a:solidFill>
                        </a:rPr>
                        <a:t>+0.33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waviness_frequency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waviness_period_start_0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-0.04</a:t>
                      </a:r>
                    </a:p>
                  </a:txBody>
                  <a:tcPr/>
                </a:tc>
              </a:tr>
              <a:tr h="33147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waviness_period_start_1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A03D33"/>
                          </a:solidFill>
                        </a:rPr>
                        <a:t>+0.02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70832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Four of seven fields carry the whole result. The three waviness fields emit the dataset average and nothing more, from either source — so ~40% of the leaf vector dilutes a real result with a constant.</a:t>
            </a:r>
          </a:p>
          <a:p>
            <a:pPr algn="l">
              <a:spcAft>
                <a:spcPts val="400"/>
              </a:spcAft>
            </a:pPr>
            <a:r>
              <a:rPr sz="1250" b="1">
                <a:solidFill>
                  <a:srgbClr val="10171C"/>
                </a:solidFill>
                <a:latin typeface="Calibri"/>
              </a:rPr>
              <a:t>PC beats RGB on every field with skill, and on 7 of 8 plants.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18872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171C"/>
                </a:solidFill>
                <a:latin typeface="Calibri"/>
              </a:rPr>
              <a:t>Two decisions needed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C6F7D"/>
                </a:solidFill>
                <a:latin typeface="Calibri"/>
              </a:rPr>
              <a:t>1 · Build the downstream linear probe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Plan decision 6.4 requires it, it does not exist, and it is the only thing that can tell us whether the E2 parameter result is a token-budget artefact or real. Three of four targets are already in features.csv; biomass needs a definition and “leaf angle” is ambiguous between roll and branching.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C6F7D"/>
                </a:solidFill>
                <a:latin typeface="Calibri"/>
              </a:rPr>
              <a:t>2 · Choose the E8 baseline set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3D4C55"/>
                </a:solidFill>
                <a:latin typeface="Calibri"/>
              </a:rPr>
              <a:t>Ranked the largest reject risk; nothing in the repo addresses it. Each candidate is a training run that must fit before the 24 Oct freeze, so the decision is more time-critical than the runs.</a:t>
            </a:r>
          </a:p>
          <a:p>
            <a:pPr algn="l">
              <a:spcAft>
                <a:spcPts val="400"/>
              </a:spcAft>
            </a:pPr>
            <a:r>
              <a:rPr sz="800" b="0">
                <a:solidFill>
                  <a:srgbClr val="3D4C55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B7C86"/>
                </a:solidFill>
                <a:latin typeface="Calibri"/>
              </a:rPr>
              <a:t>Status: E2 complete (4/4) · E3 2 of 3 · E4 1 of 2. e3_1k and e4_large were preempted at 94% and 42% and are resuming from checkpoint.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