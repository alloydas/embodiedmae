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515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0171C"/>
                </a:solidFill>
                <a:latin typeface="Calibri"/>
              </a:rPr>
              <a:t>EmbodiedMAE for Sorghum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515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D4C55"/>
                </a:solidFill>
                <a:latin typeface="Calibri"/>
              </a:rPr>
              <a:t>A multi-modal masked autoencoder over RGB, depth, point cloud and procedural growth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C86"/>
                </a:solidFill>
                <a:latin typeface="Consolas"/>
              </a:rPr>
              <a:t>Sorghum_15K · 15,000 plants · 20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3474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C6F7D"/>
                </a:solidFill>
                <a:latin typeface="Consolas"/>
              </a:rPr>
              <a:t>98.4%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34747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skill vs the average-plant floor, held-out test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4160520"/>
            <a:ext cx="3474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C6F7D"/>
                </a:solidFill>
                <a:latin typeface="Consolas"/>
              </a:rPr>
              <a:t>0.3439 → 0.2781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4800600"/>
            <a:ext cx="34747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cross-modal generation after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160520"/>
            <a:ext cx="3474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9A5A16"/>
                </a:solidFill>
                <a:latin typeface="Consolas"/>
              </a:rPr>
              <a:t>≈3%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00600"/>
            <a:ext cx="34747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run-to-run noise floor,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why a multi-modal MAE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4864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3D4C55"/>
                </a:solidFill>
                <a:latin typeface="Calibri"/>
              </a:rPr>
              <a:t>Phenotyping needs 3D structure.  Breeders want leaf count, leaf angle, height and biomass. Those live in geometry, but geometry is expensive to capture and cheap to photograph.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D4C55"/>
                </a:solidFill>
                <a:latin typeface="Calibri"/>
              </a:rPr>
              <a:t>One encoder, four views of the same plant.  RGB, depth, a point cloud and the procedural parameters the plant was grown from are four descriptions of one object. A masked autoencoder over all four has to reconcile them in a single latent.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D4C55"/>
                </a:solidFill>
                <a:latin typeface="Calibri"/>
              </a:rPr>
              <a:t>The novelty we defend.  The procedural growth parameters are not just a prediction target — they are a co-trained token stream, an input modality like the others. To our knowledge that is unoccupied ground for plants.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Three questions this work has to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3035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400"/>
              </a:spcAft>
            </a:pPr>
            <a:r>
              <a:rPr sz="1350" b="0">
                <a:solidFill>
                  <a:srgbClr val="3D4C55"/>
                </a:solidFill>
                <a:latin typeface="Calibri"/>
              </a:rPr>
              <a:t>1  Does each modality actually pay for itself, or is the fourth stream dead weight?   → E2</a:t>
            </a:r>
          </a:p>
          <a:p>
            <a:pPr algn="l">
              <a:spcAft>
                <a:spcPts val="1400"/>
              </a:spcAft>
            </a:pPr>
            <a:r>
              <a:rPr sz="1350" b="0">
                <a:solidFill>
                  <a:srgbClr val="3D4C55"/>
                </a:solidFill>
                <a:latin typeface="Calibri"/>
              </a:rPr>
              <a:t>2  Given one modality, can the model generate the others — and does distillation improve that?   → distillation</a:t>
            </a:r>
          </a:p>
          <a:p>
            <a:pPr algn="l">
              <a:spcAft>
                <a:spcPts val="1400"/>
              </a:spcAft>
            </a:pPr>
            <a:r>
              <a:rPr sz="1350" b="0">
                <a:solidFill>
                  <a:srgbClr val="3D4C55"/>
                </a:solidFill>
                <a:latin typeface="Calibri"/>
              </a:rPr>
              <a:t>3  Does performance come from more data, or more capacity?   → E3 / E4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Sorghum_15K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D4C55"/>
                </a:solidFill>
                <a:latin typeface="Calibri"/>
              </a:rPr>
              <a:t>15,000 procedurally generated plants,  each rendered from 10 camera views — 150,000 samples, 774 GB on disk.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D4C55"/>
                </a:solidFill>
                <a:latin typeface="Calibri"/>
              </a:rPr>
              <a:t>Four aligned modalities per view:  an RGB render, a depth map, a camera-frame point cloud, and the generator parameters (stem, and up to 24 leaves × 7 fields each).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D4C55"/>
                </a:solidFill>
                <a:latin typeface="Calibri"/>
              </a:rPr>
              <a:t>Split 70/15/15 BY PLANT, not by view.  An earlier 10k split was made per camera view, so every validation sample was a training plant from a new angle. It scored 0.0003 and meant nothing. Splitting by plant is the difference between 0.0003 and an honest 0.05.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D4C55"/>
                </a:solidFill>
                <a:latin typeface="Calibri"/>
              </a:rPr>
              <a:t>The ten views are an elevation ladder,  not ten random cameras: sin(elev) = −0.9 + 0.2 × view index exactly, azimuth randomised. That makes camera angle a free controlled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Split, by plant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82880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71C"/>
                          </a:solidFill>
                        </a:rP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71C"/>
                          </a:solidFill>
                        </a:rPr>
                        <a:t>plants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71C"/>
                          </a:solidFill>
                        </a:rPr>
                        <a:t>view-samples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10,500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105,000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2,250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22,500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2,250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C55"/>
                          </a:solidFill>
                        </a:rPr>
                        <a:t>22,500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3703320"/>
            <a:ext cx="52120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171C"/>
                </a:solidFill>
                <a:latin typeface="Calibri"/>
              </a:rPr>
              <a:t>Only four files per sample are ever read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rgb.png, depth.png, *_nc_cam.ply, *_spline.yml — about 1.8 MB of the 5 MB per sample. The source .obj and the world-frame .ply are duplicated into all ten view folders and never opened in training, which is 64% of the bytes on disk.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Method — one encoder, four token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ViT-base, depth 12, dim 768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584" y="1371600"/>
            <a:ext cx="8912352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440680"/>
            <a:ext cx="111556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Each modality gets its own embedder and its own decoder head; the encoder sees the union of visible tokens plus a shared CLS. RGB and depth patchify to 196 tokens, the point cloud is grouped into 196 FPS centres with kNN neighbourhoods, and the parameters become 25 tokens (1 plant + 24 leaves).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Method — masking and the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what is held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D4C55"/>
                </a:solidFill>
                <a:latin typeface="Calibri"/>
              </a:rPr>
              <a:t>Masking is allocated, not uniform.  80% of tokens are masked overall, but the split across the four modalities is drawn from a Dirichlet once per batch, with a floor of 25% masking per modality. The per-modality count is identical batch-wide, which avoids batch elements with zero visible tokens corrupting the encoder norms.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D4C55"/>
                </a:solidFill>
                <a:latin typeface="Calibri"/>
              </a:rPr>
              <a:t>One view per plant per epoch.  Views act as augmentation rather than as extra data, so an epoch is 10,500 items and not 105,000. The draw is a pure function of (seed, epoch, plant), so it is identical on every rank and reproducible from the seed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Ablations are sized in optimizer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47088"/>
            <a:ext cx="52120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An epoch under view sampling is one view per plant, so its size IS the plant count. Equal epochs would hand the 10k-plant arm ten times the gradient updates of the 1k-plant arm, and the scaling curve would be measuring data and compute together.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alibri"/>
              </a:rPr>
              <a:t>Every ablation arm runs 197,400 optimizer steps at global batch 32.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So the E3 configs carry very different epoch counts — 6,169 / 2,100 / 631 — on purpose. Normalising them would unfix the one thing the experiment controls.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C86"/>
                </a:solidFill>
                <a:latin typeface="Calibri"/>
              </a:rPr>
              <a:t>Global batch is per-GPU batch × GPU count, so each launcher sets its own per-GPU value: 16×2 on the 2-GPU nodes, 8×4 on the 4-GPU nodes.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Method — how a reconstruction is scored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and what it is scored against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Both Chamfer directions, reported separately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557784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171C"/>
                </a:solidFill>
                <a:latin typeface="Calibri"/>
              </a:rPr>
              <a:t>They fail differently, and the symmetric sum hides it.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pred → gt  is accuracy: it rises when the model puts points where no plant is.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gt → pred  is completeness: it rises when the model misses parts of the plant.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C86"/>
                </a:solidFill>
                <a:latin typeface="Calibri"/>
              </a:rPr>
              <a:t>A cloud that collapses to a dense blob scores well on accuracy and badly on completeness.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86200"/>
            <a:ext cx="557784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171C"/>
                </a:solidFill>
                <a:latin typeface="Calibri"/>
              </a:rPr>
              <a:t>On the test split our model is 0.000293 accuracy against 0.000498 completeness 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it misses real geometry roughly twice as often as it invents geometry. That is the same failure the red points in the next figures show, arrived at independently.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Two baselines bracket the number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1847088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171C"/>
                          </a:solidFill>
                        </a:rPr>
                        <a:t>what is compared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171C"/>
                          </a:solidFill>
                        </a:rPr>
                        <a:t>mean chamfer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6F7D"/>
                          </a:solidFill>
                        </a:rPr>
                        <a:t>our prediction vs its own plant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6F7D"/>
                          </a:solidFill>
                        </a:rPr>
                        <a:t>0.000791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our prediction vs a DIFFERENT plant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0.039932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another plant's GT used as the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0.049264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3886200"/>
            <a:ext cx="521208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71C"/>
                </a:solidFill>
                <a:latin typeface="Calibri"/>
              </a:rPr>
              <a:t>Why the floor is not zero.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Clouds are centred and unit-sphere normalised, so every sorghum already overlaps every other one. A model that learned nothing plant-specific lands at 0.049 — the average-sorghum floor — not at zero.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C6F7D"/>
                </a:solidFill>
                <a:latin typeface="Calibri"/>
              </a:rPr>
              <a:t>skill = 1 − model ÷ floor = 98.4%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Generating a point cloud from one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held-out TEST split · 2,250 plants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7665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RGB → point cloud, and depth → point cloud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47088"/>
          <a:ext cx="6766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1463040"/>
                <a:gridCol w="1463040"/>
              </a:tblGrid>
              <a:tr h="3962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171C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171C"/>
                          </a:solidFill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171C"/>
                          </a:solidFill>
                        </a:rPr>
                        <a:t>mean chamfer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171C"/>
                          </a:solidFill>
                        </a:rPr>
                        <a:t>skill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warm start, no 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0.000998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98.0%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+ cross-modal 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0.000840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98.3%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+ 50% source masking, seed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0.000791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98.4%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+ 50% source masking, seed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0.000792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C55"/>
                          </a:solidFill>
                        </a:rPr>
                        <a:t>98.4%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6F7D"/>
                          </a:solidFill>
                        </a:rPr>
                        <a:t>distilled generalist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6F7D"/>
                          </a:solidFill>
                        </a:rP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6F7D"/>
                          </a:solidFill>
                        </a:rPr>
                        <a:t>0.000620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6F7D"/>
                          </a:solidFill>
                        </a:rPr>
                        <a:t>98.7%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676656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Every row is 2,250 unseen plants, and the two seeds agree to the fourth decimal — source masking reproduces rather than being one lucky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417320"/>
            <a:ext cx="416052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Three things to take from this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alibri"/>
              </a:rPr>
              <a:t>Distillation pays on test, not just val.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0.000998 → 0.000840, a 15.8% improvement on plants the model has never seen.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alibri"/>
              </a:rPr>
              <a:t>Masking the source helps.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Hiding half the RGB tokens on the cross-modal training path buys a further 5.8%, replicated across two seeds.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alibri"/>
              </a:rPr>
              <a:t>Depth is the better single sensor.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0.000620 against 0.000791 from RGB — 22% better, which matters if a depth camera is an option in the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Results at equal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every arm = 197,400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20813"/>
            <a:ext cx="11338560" cy="33500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166360"/>
            <a:ext cx="111556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RGB buys −49.4% and depth a further 16 points — but adding the parametric stream gives back everything depth gained.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10,000 and 10,500 plants differ by 5% in data, yet the larger arm scores 3.0% worse: those two runs are effectively a duplicate, so ≈3% is this pipeline's noise floor. That makes 3k→10k (−6.9%) only ~2.3× noise, while 25M→114M parameters buys −17.1%. At this budget, capacity pays better than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What the model cannot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ground truth, coloured by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5940"/>
            <a:ext cx="7772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417320"/>
            <a:ext cx="32918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4A35C"/>
                </a:solidFill>
                <a:latin typeface="Calibri"/>
              </a:rPr>
              <a:t>Green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a prediction lands within 0.03 of this ground-truth point.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E0493C"/>
                </a:solidFill>
                <a:latin typeface="Calibri"/>
              </a:rPr>
              <a:t>Red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nothing does — geometry the reconstruction never reached.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D4C55"/>
                </a:solidFill>
                <a:latin typeface="Calibri"/>
              </a:rPr>
              <a:t>Distillation closes the interior of the plant first. Thin leaf tips stay red longest in both models — they are the hardest geometry in the dataset.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C86"/>
                </a:solidFill>
                <a:latin typeface="Calibri"/>
              </a:rPr>
              <a:t>Threshold 0.03, not the 0.01 training default: at 0.01 about 80% of every cloud is red in both models, which is true but shows nothing. Chamfer reports a SQUARED distance, so 0.0028 is an RMS error near 0.053.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Ten cameras, one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generated from RGB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16" y="1353312"/>
            <a:ext cx="6410848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417320"/>
            <a:ext cx="347472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The view index is an exact elevation ladder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−0.9 + 0.2·index, from the camera matrix. All ten views share one point cloud and one parameter vector, so the answer never moves.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71C"/>
                </a:solidFill>
                <a:latin typeface="Calibri"/>
              </a:rPr>
              <a:t>Chamfer traces a U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best side-on, worst looking steeply up or down — in both models.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alibri"/>
              </a:rPr>
              <a:t>Distillation improves 9 of 10 views, mean −28.5%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…but best/worst spread widens 2.35× → 2.49×. It lowers the curve without flattening it, so it is not the lever for view robustness.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C86"/>
                </a:solidFill>
                <a:latin typeface="Calibri"/>
              </a:rPr>
              <a:t>Clouds are in the camera's own frame — same pose as the photograph.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C6F7D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64592"/>
            <a:ext cx="7543800" cy="932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0171C"/>
                </a:solidFill>
                <a:latin typeface="Calibri"/>
              </a:rPr>
              <a:t>Parameter head,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697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C86"/>
                </a:solidFill>
                <a:latin typeface="Consolas"/>
              </a:rPr>
              <a:t>142 leaf tokens · 8 plants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27940"/>
          </a:xfrm>
          <a:prstGeom prst="rect">
            <a:avLst/>
          </a:prstGeom>
          <a:solidFill>
            <a:srgbClr val="10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5669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171C"/>
                </a:solidFill>
                <a:latin typeface="Calibri"/>
              </a:rPr>
              <a:t>Skill per leaf field   (1 = perfect, ≤ 0 = no better than the mean)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65376"/>
          <a:ext cx="56692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371600"/>
              </a:tblGrid>
              <a:tr h="331470">
                <a:tc>
                  <a:txBody>
                    <a:bodyPr/>
                    <a:lstStyle/>
                    <a:p>
                      <a:r>
                        <a:rPr sz="1100" b="1"/>
                        <a:t>leaf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from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from RGB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171C"/>
                          </a:solidFill>
                        </a:rPr>
                        <a:t>starting_point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+0.90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171C"/>
                          </a:solidFill>
                        </a:rPr>
                        <a:t>branching_angle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+0.85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171C"/>
                          </a:solidFill>
                        </a:rP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+0.66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171C"/>
                          </a:solidFill>
                        </a:rPr>
                        <a:t>roll_angle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6F7D"/>
                          </a:solidFill>
                        </a:rPr>
                        <a:t>+0.33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waviness_frequency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-0.01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waviness_period_start_0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-0.04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waviness_period_start_1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3D33"/>
                          </a:solidFill>
                        </a:rPr>
                        <a:t>+0.02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72000"/>
            <a:ext cx="566928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Four of seven fields carry the whole result. The three waviness fields emit the dataset average and nothing more, from either source — so ~40% of the leaf vector dilutes a real result with a constant.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0171C"/>
                </a:solidFill>
                <a:latin typeface="Calibri"/>
              </a:rPr>
              <a:t>PC beats RGB on every field with skill, and on 7 of 8 plants.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89888"/>
            <a:ext cx="521208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171C"/>
                </a:solidFill>
                <a:latin typeface="Calibri"/>
              </a:rPr>
              <a:t>Two decisions needed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C6F7D"/>
                </a:solidFill>
                <a:latin typeface="Calibri"/>
              </a:rPr>
              <a:t>1 · Build the downstream linear probe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Plan decision 6.4 requires it, it does not exist, and it is the only thing that can tell us whether the E2 parameter result is a token-budget artefact or real. Three of four targets are already in features.csv; biomass needs a definition and “leaf angle” is ambiguous between roll and branching.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C6F7D"/>
                </a:solidFill>
                <a:latin typeface="Calibri"/>
              </a:rPr>
              <a:t>2 · Choose the E8 baseline set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D4C55"/>
                </a:solidFill>
                <a:latin typeface="Calibri"/>
              </a:rPr>
              <a:t>Ranked the largest reject risk; nothing in the repo addresses it. Each candidate is a training run that must fit before the 24 Oct freeze, so the decision is more time-critical than the runs.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D4C5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C86"/>
                </a:solidFill>
                <a:latin typeface="Calibri"/>
              </a:rPr>
              <a:t>Status: E2 complete (4/4) · E3 2 of 3 · E4 1 of 2. e3_1k and e4_large were preempted at 94% and 42% and are resuming from checkpoint.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